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SLEEPWALKER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"Проснулся голым в лифте. Лифт едет вниз. Удачи."</a:t>
            </a:r>
          </a:p>
          <a:p>
            <a:r>
              <a:t>Комедийный социальный стелс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 / Hook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СТЕЛС-ИГРЫ В 2024:</a:t>
            </a:r>
          </a:p>
          <a:p>
            <a:pPr>
              <a:defRPr sz="1400"/>
            </a:pPr>
            <a:r>
              <a:t>✗ Убей 47 охранников</a:t>
            </a:r>
          </a:p>
          <a:p>
            <a:pPr>
              <a:defRPr sz="1400"/>
            </a:pPr>
            <a:r>
              <a:t>✗ Спрячь 47 трупов</a:t>
            </a:r>
          </a:p>
          <a:p>
            <a:pPr>
              <a:defRPr sz="1400"/>
            </a:pPr>
            <a:r>
              <a:t>✗ Притворись, что это весело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Стелс-жанр застрял. Все делают одно и то же — прятаться, убивать, повторять.</a:t>
            </a:r>
          </a:p>
          <a:p>
            <a:pPr>
              <a:defRPr sz="1400"/>
            </a:pPr>
            <a:r>
              <a:t>А что если угроза — не пуля, а стыд?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Решение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SLEEPWALKER</a:t>
            </a:r>
          </a:p>
          <a:p>
            <a:pPr>
              <a:defRPr sz="1400"/>
            </a:pPr>
            <a:r>
              <a:t>Стелс, где враг — не охранник с автоматом, а бабушка с телефоном.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• Социальный стелс без насилия</a:t>
            </a:r>
          </a:p>
          <a:p>
            <a:pPr>
              <a:defRPr sz="1400"/>
            </a:pPr>
            <a:r>
              <a:t>• Комедия через геймплей</a:t>
            </a:r>
          </a:p>
          <a:p>
            <a:pPr>
              <a:defRPr sz="1400"/>
            </a:pPr>
            <a:r>
              <a:t>• Процедурные ситуации</a:t>
            </a:r>
          </a:p>
          <a:p>
            <a:pPr>
              <a:defRPr sz="1400"/>
            </a:pPr>
            <a:r>
              <a:t>• NPC с эмоциональным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Концепция / Core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ИГРОВОЙ ЦИКЛ</a:t>
            </a:r>
          </a:p>
          <a:p>
            <a:pPr>
              <a:defRPr sz="1400"/>
            </a:pPr>
            <a:r>
              <a:t>1. Засыпаешь в безопасном месте</a:t>
            </a:r>
          </a:p>
          <a:p>
            <a:pPr>
              <a:defRPr sz="1400"/>
            </a:pPr>
            <a:r>
              <a:t>2. Просыпаешься в случайной ситуации (голый)</a:t>
            </a:r>
          </a:p>
          <a:p>
            <a:pPr>
              <a:defRPr sz="1400"/>
            </a:pPr>
            <a:r>
              <a:t>3. Ищешь одежду / прикрытие</a:t>
            </a:r>
          </a:p>
          <a:p>
            <a:pPr>
              <a:defRPr sz="1400"/>
            </a:pPr>
            <a:r>
              <a:t>4. Избегаешь NPC или взаимодействуешь с ними</a:t>
            </a:r>
          </a:p>
          <a:p>
            <a:pPr>
              <a:defRPr sz="1400"/>
            </a:pPr>
            <a:r>
              <a:t>5. Добираешься до безопасной зоны</a:t>
            </a:r>
          </a:p>
          <a:p>
            <a:pPr>
              <a:defRPr sz="1400"/>
            </a:pPr>
            <a:r>
              <a:t>6. Прогрессия, новые навыки, новые кошмары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Геймплей — Механики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КЛЮЧЕВЫЕ МЕХАНИКИ</a:t>
            </a:r>
          </a:p>
          <a:p>
            <a:pPr>
              <a:defRPr sz="1400"/>
            </a:pPr>
            <a:r>
              <a:t>🥷 СТЕЛС: Укрытия, слепые зоны, отвлечение</a:t>
            </a:r>
          </a:p>
          <a:p>
            <a:pPr>
              <a:defRPr sz="1400"/>
            </a:pPr>
            <a:r>
              <a:t>🎭 ИМПРОВИЗАЦИЯ: Газеты, полотенца, занавески = одежда</a:t>
            </a:r>
          </a:p>
          <a:p>
            <a:pPr>
              <a:defRPr sz="1400"/>
            </a:pPr>
            <a:r>
              <a:t>🗣️ СОЦИАЛЬНЫЕ ВЗАИМОДЕЙСТВИЯ: Ври, проси помощи, шокируй, прячься в толпе</a:t>
            </a:r>
          </a:p>
          <a:p>
            <a:pPr>
              <a:defRPr sz="1400"/>
            </a:pPr>
            <a:r>
              <a:t>😰 SHAME-МЕТР: Твоё 'здоровье' — уровень позора. 100% = мем/арест/провал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Ситуации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ГДЕ ТЫ ПРОСНЁШЬСЯ СЕГОДНЯ?</a:t>
            </a:r>
          </a:p>
          <a:p>
            <a:pPr>
              <a:defRPr sz="1400"/>
            </a:pPr>
            <a:r>
              <a:t>• Лифт отеля (едет вниз)</a:t>
            </a:r>
          </a:p>
          <a:p>
            <a:pPr>
              <a:defRPr sz="1400"/>
            </a:pPr>
            <a:r>
              <a:t>• Витрина магазина (среди манекенов)</a:t>
            </a:r>
          </a:p>
          <a:p>
            <a:pPr>
              <a:defRPr sz="1400"/>
            </a:pPr>
            <a:r>
              <a:t>• Фонтан на площади (туристы фоткают)</a:t>
            </a:r>
          </a:p>
          <a:p>
            <a:pPr>
              <a:defRPr sz="1400"/>
            </a:pPr>
            <a:r>
              <a:t>• Багажная полка поезда (следующая станция через 2 минуты)</a:t>
            </a:r>
          </a:p>
          <a:p>
            <a:pPr>
              <a:defRPr sz="1400"/>
            </a:pPr>
            <a:r>
              <a:t>• Гримёрка телестудии (эфир через 5 минут)</a:t>
            </a:r>
          </a:p>
          <a:p>
            <a:pPr>
              <a:defRPr sz="1400"/>
            </a:pPr>
            <a:r>
              <a:t>• Зоопарк (в вольере с пингвинами)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20+ уникальных сценариев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NPC и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NPC — НЕ ВРАГИ. ОНИ ЛЮДИ.</a:t>
            </a:r>
          </a:p>
          <a:p>
            <a:pPr>
              <a:defRPr sz="1400"/>
            </a:pPr>
            <a:r>
              <a:t>👮 Охранник → Задержание</a:t>
            </a:r>
          </a:p>
          <a:p>
            <a:pPr>
              <a:defRPr sz="1400"/>
            </a:pPr>
            <a:r>
              <a:t>👵 Бабушка → Громкий скандал</a:t>
            </a:r>
          </a:p>
          <a:p>
            <a:pPr>
              <a:defRPr sz="1400"/>
            </a:pPr>
            <a:r>
              <a:t>📱 Подросток → 100% снимает на телефон</a:t>
            </a:r>
          </a:p>
          <a:p>
            <a:pPr>
              <a:defRPr sz="1400"/>
            </a:pPr>
            <a:r>
              <a:t>🧹 Уборщица → Может дать швабру и отвернуться</a:t>
            </a:r>
          </a:p>
          <a:p>
            <a:pPr>
              <a:defRPr sz="1400"/>
            </a:pPr>
            <a:r>
              <a:t>🤝 Добрый NPC → Предложит помощь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Каждый NPC: эмпатия / тревожность / толерантность</a:t>
            </a:r>
          </a:p>
          <a:p>
            <a:pPr>
              <a:defRPr sz="1400"/>
            </a:pPr>
            <a:r>
              <a:t>Реакции зависят от контекста и твоих действий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Уникальность + Социальный месседж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КОМЕДИЯ С ГЛУБИНОЙ</a:t>
            </a:r>
          </a:p>
          <a:p>
            <a:pPr>
              <a:defRPr sz="1400"/>
            </a:pPr>
            <a:r>
              <a:t>1.5% взрослых живут с сомнамбулизмом.</a:t>
            </a:r>
          </a:p>
          <a:p>
            <a:pPr>
              <a:defRPr sz="1400"/>
            </a:pPr>
            <a:r>
              <a:t>Стыд. Тревога. Разрушенные отношения.</a:t>
            </a:r>
          </a:p>
          <a:p>
            <a:pPr>
              <a:defRPr sz="1400"/>
            </a:pPr>
            <a:r>
              <a:t>Общество смеётся над тем, чего не понимает.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Мы делаем игру, которая даёт прожить этот опыт.</a:t>
            </a:r>
          </a:p>
          <a:p>
            <a:pPr>
              <a:defRPr sz="1400"/>
            </a:pPr>
            <a:r>
              <a:t>Смеяться над ситуациями — но сочувствовать человеку.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Как Celeste для тревожности. Как Hellblade для психоза.</a:t>
            </a:r>
          </a:p>
          <a:p>
            <a:pPr>
              <a:defRPr sz="1400"/>
            </a:pPr>
            <a:r>
              <a:t>Sleepwalker — для сомнамбулизма.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Целевая аудитория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КТО БУДЕТ ИГРАТЬ</a:t>
            </a:r>
          </a:p>
          <a:p>
            <a:pPr>
              <a:defRPr sz="1400"/>
            </a:pPr>
            <a:r>
              <a:t>🎮 СТРИМЕРЫ И КОНТЕНТ-КРИЕЙТОРЫ: каждая сессия = вирусный клип</a:t>
            </a:r>
          </a:p>
          <a:p>
            <a:pPr>
              <a:defRPr sz="1400"/>
            </a:pPr>
            <a:r>
              <a:t>🎨 ИНДИ-ЛЮБИТЕЛИ (18-35): ценят оригинальность и юмор</a:t>
            </a:r>
          </a:p>
          <a:p>
            <a:pPr>
              <a:defRPr sz="1400"/>
            </a:pPr>
            <a:r>
              <a:t>👨‍👩‍👧 ШИРОКАЯ АУДИТОРИЯ: низкий порог входа, кооп-потенциал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Возрастной рейтинг: PEGI 16 / ESRB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и конкуренты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931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ПОЗИЦИОНИРОВАНИЕ</a:t>
            </a:r>
          </a:p>
          <a:p>
            <a:pPr>
              <a:defRPr sz="1300"/>
            </a:pPr>
            <a:r>
              <a:t>Untitled Goose Game — комедия + простота</a:t>
            </a:r>
          </a:p>
          <a:p>
            <a:pPr>
              <a:defRPr sz="1300"/>
            </a:pPr>
            <a:r>
              <a:t>Human Fall Flat — физика + юмор + кооп</a:t>
            </a:r>
          </a:p>
          <a:p>
            <a:pPr>
              <a:defRPr sz="1300"/>
            </a:pPr>
            <a:r>
              <a:t>Serial Cleaner — стелс без насилия</a:t>
            </a:r>
          </a:p>
          <a:p>
            <a:pPr>
              <a:defRPr sz="1300"/>
            </a:pPr>
            <a:r>
              <a:t>Party Hard — абсурд + стелс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НАША НИША: СОЦИАЛЬНЫЙ КОМЕДИЙНЫЙ СТЕЛС</a:t>
            </a:r>
          </a:p>
          <a:p>
            <a:pPr>
              <a:defRPr sz="1300"/>
            </a:pPr>
            <a:r>
              <a:t>Прямых конкурентов почти нет</a:t>
            </a:r>
          </a:p>
          <a:p>
            <a:pPr>
              <a:defRPr sz="1300"/>
            </a:pPr>
            <a:r>
              <a:t>Пример: Untitled Goose Game показал, что ниша огромна</a:t>
            </a:r>
          </a:p>
          <a:p>
            <a:pPr>
              <a:defRPr sz="1300"/>
            </a:pPr>
            <a:r>
              <a:t>Мы предлагаем новый взгляд на стелс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Бизнес-модель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МОНЕТИЗАЦИЯ</a:t>
            </a:r>
          </a:p>
          <a:p>
            <a:pPr>
              <a:defRPr sz="1400"/>
            </a:pPr>
            <a:r>
              <a:t>💰 PREMIUM: $14.99–19.99 (без микротранзакций)</a:t>
            </a:r>
          </a:p>
          <a:p>
            <a:pPr>
              <a:defRPr sz="1400"/>
            </a:pPr>
            <a:r>
              <a:t>🖥️ ПЛАТФОРМЫ: Steam → Nintendo Switch → PlayStation/Xbox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ПОСТ-РЕЛИЗ: DLC: новые локации, кооп-режим (платно), мобильная версия (возможно)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КОНСЕРВАТИВНЫЙ ПРОГНОЗ: 50K копий = $750K–1M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Команда и статус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КОМАНДА</a:t>
            </a:r>
          </a:p>
          <a:p>
            <a:pPr>
              <a:defRPr sz="1400"/>
            </a:pPr>
            <a:r>
              <a:t>[Фото] Имя — Роль (опыт)</a:t>
            </a:r>
          </a:p>
          <a:p>
            <a:pPr>
              <a:defRPr sz="1400"/>
            </a:pPr>
            <a:r>
              <a:t>[Фото] Имя — Роль (опыт)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СТАТУС ПРОЕКТА:</a:t>
            </a:r>
          </a:p>
          <a:p>
            <a:pPr>
              <a:defRPr sz="1400"/>
            </a:pPr>
            <a:r>
              <a:t>✅ Концепция и GDD</a:t>
            </a:r>
          </a:p>
          <a:p>
            <a:pPr>
              <a:defRPr sz="1400"/>
            </a:pPr>
            <a:r>
              <a:t>✅ Питч-материалы</a:t>
            </a:r>
          </a:p>
          <a:p>
            <a:pPr>
              <a:defRPr sz="1400"/>
            </a:pPr>
            <a:r>
              <a:t>⏳ Прототип core loop — в разработке</a:t>
            </a:r>
          </a:p>
          <a:p>
            <a:pPr>
              <a:defRPr sz="1400"/>
            </a:pPr>
            <a:r>
              <a:t>TIMELINE MVP: 5-6 месяцев при полной команде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нам нужно (ASK)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ЧТО МЫ ИЩЕМ</a:t>
            </a:r>
          </a:p>
          <a:p>
            <a:pPr>
              <a:defRPr sz="1400"/>
            </a:pPr>
            <a:r>
              <a:t>👥 КОМАНДА: Unity-программист (AI), 3D-художник, левел-дизайнер</a:t>
            </a:r>
          </a:p>
          <a:p>
            <a:pPr>
              <a:defRPr sz="1400"/>
            </a:pPr>
            <a:r>
              <a:t>💰 ИНВЕСТИЦИИ: $80K–120K на MVP (6 месяцев)</a:t>
            </a:r>
          </a:p>
          <a:p>
            <a:pPr>
              <a:defRPr sz="1400"/>
            </a:pPr>
            <a:r>
              <a:t>🤝 ПАБЛИШЕР: маркетинг, портирование, локализация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ЧТО МЫ ПРЕДЛАГАЕМ: уникальная концепция, стримабельность, PR-потенциал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SLEEPWALKER — ЭТО НЕ ПРОСТО ИГРА</a:t>
            </a:r>
          </a:p>
          <a:p>
            <a:pPr>
              <a:defRPr sz="1400"/>
            </a:pPr>
            <a:r>
              <a:t>Это новый взгляд на стелс. Это комедия, которая заставляет думать.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"Каждую ночь — новый кошмар. Каждое утро — новая победа."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Контакты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SLEEPWALKER</a:t>
            </a:r>
          </a:p>
          <a:p>
            <a:pPr>
              <a:defRPr sz="1400"/>
            </a:pPr>
            <a:r>
              <a:t>[Имя] — Продюсер / Контакт</a:t>
            </a:r>
          </a:p>
          <a:p>
            <a:pPr>
              <a:defRPr sz="1400"/>
            </a:pPr>
            <a:r>
              <a:t>[Email] — example@example.com</a:t>
            </a:r>
          </a:p>
          <a:p>
            <a:pPr>
              <a:defRPr sz="1400"/>
            </a:pPr>
            <a:r>
              <a:t>[Телефон] — +00 000 000 000</a:t>
            </a:r>
          </a:p>
          <a:p>
            <a:pPr>
              <a:defRPr sz="1400"/>
            </a:pPr>
            <a:r>
              <a:t>[LinkedIn/Twitter]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QR: (добавить QR-код на демо/сайт)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Спасибо за внимание. Вопросы?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9144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Image placeholder</a:t>
            </a:r>
          </a:p>
          <a:p>
            <a:r>
              <a:t>(добавить арт/скриншот)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Backup: Детали геймплея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- Подробная схема Shame-метра</a:t>
            </a:r>
          </a:p>
          <a:p>
            <a:pPr>
              <a:defRPr sz="1400"/>
            </a:pPr>
            <a:r>
              <a:t>- Таблица типов одежды и их эффектов</a:t>
            </a:r>
          </a:p>
          <a:p>
            <a:pPr>
              <a:defRPr sz="1400"/>
            </a:pPr>
            <a:r>
              <a:t>- Примеры социальных взаимодействий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Backup: Техническая часть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/>
            </a:pPr>
            <a:r>
              <a:t>- Архитектура систем</a:t>
            </a:r>
          </a:p>
          <a:p>
            <a:pPr>
              <a:defRPr sz="1400"/>
            </a:pPr>
            <a:r>
              <a:t>- Выбор движка: Unity</a:t>
            </a:r>
          </a:p>
          <a:p>
            <a:pPr>
              <a:defRPr sz="1400"/>
            </a:pPr>
            <a:r>
              <a:t>- AI NPC: state machine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