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Sleepwalker —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Комедийный социальный стелс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Концепция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Главный герой страдает лунатизмом и просыпается в случайных местах без одежды.</a:t>
            </a:r>
          </a:p>
          <a:p>
            <a:r>
              <a:t>Цель: найти одежду и избежать социального позора, используя стелс, юмор и взаимодействие с NPC.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особенности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Комедийный социальный стелс</a:t>
            </a:r>
          </a:p>
          <a:p>
            <a:r>
              <a:t>• Процедурная генерация ситуаций</a:t>
            </a:r>
          </a:p>
          <a:p>
            <a:r>
              <a:t>• Реакции NPC на основе AI</a:t>
            </a:r>
          </a:p>
          <a:p>
            <a:r>
              <a:t>• Импровизация одежды и действий</a:t>
            </a:r>
          </a:p>
          <a:p>
            <a:r>
              <a:t>• Множество уникальных сценариев пробуждения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Игровой цикл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ГГ засыпает</a:t>
            </a:r>
          </a:p>
          <a:p>
            <a:r>
              <a:t>2. Случайное пробуждение</a:t>
            </a:r>
          </a:p>
          <a:p>
            <a:r>
              <a:t>3. Поиск одежды / сокрытие</a:t>
            </a:r>
          </a:p>
          <a:p>
            <a:r>
              <a:t>4. Стелс и взаимодействие</a:t>
            </a:r>
          </a:p>
          <a:p>
            <a:r>
              <a:t>5. Возвращение в безопасную зону</a:t>
            </a:r>
          </a:p>
          <a:p>
            <a:r>
              <a:t>6. Прогрессия персонажа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ситуаций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Лифт в отеле</a:t>
            </a:r>
          </a:p>
          <a:p>
            <a:r>
              <a:t>• Торговый центр (витрина манекенов)</a:t>
            </a:r>
          </a:p>
          <a:p>
            <a:r>
              <a:t>• Пляж под пирсом</a:t>
            </a:r>
          </a:p>
          <a:p>
            <a:r>
              <a:t>• Фонтан на площади</a:t>
            </a:r>
          </a:p>
          <a:p>
            <a:r>
              <a:t>• Крыша многоэтажки</a:t>
            </a:r>
          </a:p>
          <a:p>
            <a:r>
              <a:t>• Багажная полка поезда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NPC и их поведение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Охранники, туристы, работники, дети, полиция</a:t>
            </a:r>
          </a:p>
          <a:p>
            <a:r>
              <a:t>• Реакции: страх, смех, запись на телефон, помощь</a:t>
            </a:r>
          </a:p>
          <a:p>
            <a:r>
              <a:t>• AI: поле зрения, эмпатия, тревожность, маршруты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Импровизация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Предметы: полотенца, газеты, пакеты, шторы.</a:t>
            </a:r>
          </a:p>
          <a:p>
            <a:r>
              <a:t>Игрок придумывает способы скрыться, отвлечь NPC или добыть одежду.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Целевая аудитория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Любители стелса</a:t>
            </a:r>
          </a:p>
          <a:p>
            <a:r>
              <a:t>• Игроки, ценящие юмор</a:t>
            </a:r>
          </a:p>
          <a:p>
            <a:r>
              <a:t>• Фанаты игр Untitled Goose Game, Hitman (социальный стелс)</a:t>
            </a:r>
          </a:p>
          <a:p>
            <a:r>
              <a:t>• Возраст 16+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Производство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Мини-команда:</a:t>
            </a:r>
          </a:p>
          <a:p>
            <a:r>
              <a:t>• 1 программист</a:t>
            </a:r>
          </a:p>
          <a:p>
            <a:r>
              <a:t>• 1 геймдизайнер</a:t>
            </a:r>
          </a:p>
          <a:p>
            <a:r>
              <a:t>• 1 3D-художник</a:t>
            </a:r>
          </a:p>
          <a:p>
            <a:r>
              <a:t>• 1 дизайнер уровней</a:t>
            </a:r>
          </a:p>
          <a:p/>
          <a:p>
            <a:r>
              <a:t>Срок на MVP: 3–5 месяцев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Резюме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Игра предлагает уникальный комедийный подход к стелсу.</a:t>
            </a:r>
          </a:p>
          <a:p>
            <a:r>
              <a:t>Социальные ситуации, процедурность и юмор делают проект ярким и заметным.</a:t>
            </a:r>
          </a:p>
          <a:p>
            <a:r>
              <a:t>Идеален для инди-прототипа с перспективой расширения.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